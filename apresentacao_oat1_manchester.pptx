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1F2B8-701A-68DB-1557-6E48A721EE23}" v="56" dt="2026-02-20T16:11:31.818"/>
    <p1510:client id="{E09CFB96-F3E1-A443-24C0-4EA023A9C6CE}" v="76" dt="2026-02-20T15:28:12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24763c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24763c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24763cc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324763cc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324763cc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324763cc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24763c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24763c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a07209c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a07209c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5ed034c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5ed034c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a07209c1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1a07209c1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8975" y="3220700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r>
              <a:rPr lang="pt-BR" b="1">
                <a:solidFill>
                  <a:srgbClr val="000000"/>
                </a:solidFill>
                <a:latin typeface="Calibri"/>
                <a:ea typeface="Calibri"/>
                <a:cs typeface="Calibri"/>
                <a:sym typeface="Poppins"/>
              </a:rPr>
              <a:t>Autor:</a:t>
            </a:r>
            <a:r>
              <a:rPr lang="pt-BR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Poppins"/>
              </a:rPr>
              <a:t> </a:t>
            </a:r>
            <a:endParaRPr lang="pt-BR" dirty="0">
              <a:latin typeface="Calibri"/>
              <a:ea typeface="Calibri"/>
              <a:cs typeface="Calibri"/>
            </a:endParaRPr>
          </a:p>
          <a:p>
            <a:r>
              <a:rPr lang="pt-BR" dirty="0">
                <a:solidFill>
                  <a:schemeClr val="dk1"/>
                </a:solidFill>
                <a:ea typeface="Poppins"/>
                <a:sym typeface="Poppins"/>
              </a:rPr>
              <a:t>Bruno Sampaio Silva</a:t>
            </a:r>
            <a:br>
              <a:rPr lang="pt-BR" dirty="0">
                <a:solidFill>
                  <a:schemeClr val="dk1"/>
                </a:solidFill>
                <a:ea typeface="Poppins"/>
                <a:sym typeface="Poppins"/>
              </a:rPr>
            </a:br>
            <a:r>
              <a:rPr lang="pt-BR" dirty="0">
                <a:solidFill>
                  <a:schemeClr val="dk1"/>
                </a:solidFill>
                <a:ea typeface="Poppins"/>
                <a:sym typeface="Poppins"/>
              </a:rPr>
              <a:t>Levi Falcão de Queiroz</a:t>
            </a:r>
            <a:endParaRPr lang="en-US" dirty="0">
              <a:solidFill>
                <a:schemeClr val="dk1"/>
              </a:solidFill>
              <a:ea typeface="Poppins"/>
            </a:endParaRPr>
          </a:p>
          <a:p>
            <a:r>
              <a:rPr lang="pt-BR" dirty="0">
                <a:solidFill>
                  <a:schemeClr val="dk1"/>
                </a:solidFill>
                <a:ea typeface="Poppins"/>
                <a:sym typeface="Poppins"/>
              </a:rPr>
              <a:t>Moisés de Souza Oliveira</a:t>
            </a:r>
            <a:endParaRPr lang="pt-BR" dirty="0">
              <a:solidFill>
                <a:schemeClr val="dk1"/>
              </a:solidFill>
              <a:ea typeface="Poppins"/>
            </a:endParaRPr>
          </a:p>
          <a:p>
            <a:r>
              <a:rPr lang="pt-BR" dirty="0">
                <a:solidFill>
                  <a:schemeClr val="dk1"/>
                </a:solidFill>
                <a:ea typeface="Poppins"/>
                <a:sym typeface="Poppins"/>
              </a:rPr>
              <a:t>Raphael dos Santos Moreira</a:t>
            </a:r>
            <a:br>
              <a:rPr lang="pt-BR" dirty="0">
                <a:latin typeface="Poppins"/>
                <a:ea typeface="Poppins"/>
                <a:cs typeface="Poppins"/>
              </a:rPr>
            </a:br>
            <a:br>
              <a:rPr lang="pt-BR" dirty="0">
                <a:latin typeface="Poppins"/>
                <a:ea typeface="Poppins"/>
                <a:cs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latin typeface="Poppins"/>
                <a:ea typeface="Poppins"/>
                <a:cs typeface="Poppins"/>
                <a:sym typeface="Poppins"/>
              </a:rPr>
              <a:t>Dendê Eventos — Gerenciador via Console em Kotlin</a:t>
            </a:r>
            <a:endParaRPr sz="36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653975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Feira de Santana, 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3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Apresentar o Dendê Eventos Console, gerenciador de eventos desenvolvido em Kotlin como primeiro desafio do programa trainee Dendezeiros.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Contexto: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Dendê Softhouse e o Desafio OAT1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Arquitetura: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Data classes, enums e estrutura do código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Funcionalidades: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14 User Stories implementadas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Demonstração: </a:t>
            </a:r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Fluxo completo pelo console mostrado com prints de tela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22575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Considerações: 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Desafios e aprendizados do time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11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>
              <a:lnSpc>
                <a:spcPct val="114999"/>
              </a:lnSpc>
              <a:buFont typeface="Arial"/>
              <a:buChar char="●"/>
            </a:pPr>
            <a:r>
              <a:rPr lang="pt-BR" b="1" dirty="0">
                <a:sym typeface="Poppins"/>
              </a:rPr>
              <a:t>Dendê </a:t>
            </a:r>
            <a:r>
              <a:rPr lang="pt-BR" b="1" dirty="0" err="1">
                <a:sym typeface="Poppins"/>
              </a:rPr>
              <a:t>Softhouse</a:t>
            </a:r>
            <a:endParaRPr lang="pt-BR" b="1" dirty="0" err="1"/>
          </a:p>
          <a:p>
            <a:pPr lvl="1">
              <a:lnSpc>
                <a:spcPct val="114999"/>
              </a:lnSpc>
            </a:pPr>
            <a:r>
              <a:rPr lang="pt-BR" dirty="0">
                <a:ea typeface="Poppins"/>
              </a:rPr>
              <a:t>Empresa </a:t>
            </a:r>
            <a:r>
              <a:rPr lang="pt-BR" dirty="0">
                <a:ea typeface="Poppins"/>
                <a:sym typeface="Poppins"/>
              </a:rPr>
              <a:t>baiana de desenvolvimento</a:t>
            </a:r>
            <a:r>
              <a:rPr lang="pt-BR" dirty="0">
                <a:ea typeface="Poppins"/>
              </a:rPr>
              <a:t> de </a:t>
            </a:r>
            <a:r>
              <a:rPr lang="pt-BR" dirty="0">
                <a:ea typeface="Poppins"/>
                <a:sym typeface="Poppins"/>
              </a:rPr>
              <a:t>software, </a:t>
            </a:r>
            <a:r>
              <a:rPr lang="pt-BR" dirty="0">
                <a:ea typeface="Poppins"/>
              </a:rPr>
              <a:t>sediada em </a:t>
            </a:r>
            <a:r>
              <a:rPr lang="pt-BR" dirty="0">
                <a:ea typeface="Poppins"/>
                <a:sym typeface="Poppins"/>
              </a:rPr>
              <a:t>Salvador – BA</a:t>
            </a:r>
            <a:r>
              <a:rPr lang="pt-BR" dirty="0">
                <a:ea typeface="Poppins"/>
              </a:rPr>
              <a:t>, especializada na criação de soluções digitais com foco em impacto local e inovação tecnológica.</a:t>
            </a:r>
            <a:endParaRPr lang="pt-BR" dirty="0"/>
          </a:p>
          <a:p>
            <a:pPr lvl="1" algn="l">
              <a:lnSpc>
                <a:spcPct val="114999"/>
              </a:lnSpc>
            </a:pPr>
            <a:endParaRPr lang="pt-BR" dirty="0">
              <a:ea typeface="Poppins"/>
            </a:endParaRPr>
          </a:p>
          <a:p>
            <a:pPr>
              <a:lnSpc>
                <a:spcPct val="114999"/>
              </a:lnSpc>
              <a:buFont typeface="Arial"/>
              <a:buChar char="●"/>
            </a:pPr>
            <a:r>
              <a:rPr lang="pt-BR" b="1" dirty="0"/>
              <a:t>Produto Principal – Dendê Eventos</a:t>
            </a:r>
            <a:endParaRPr lang="pt-BR" dirty="0">
              <a:latin typeface="Poppins"/>
              <a:cs typeface="Poppins"/>
            </a:endParaRPr>
          </a:p>
          <a:p>
            <a:pPr lvl="1">
              <a:lnSpc>
                <a:spcPct val="114999"/>
              </a:lnSpc>
            </a:pPr>
            <a:r>
              <a:rPr lang="pt-BR" dirty="0"/>
              <a:t>Aplicativo voltado à gestão, divulgação e organização de eventos culturais, acadêmicos e sociais, promovendo a conexão entre organizadores e público de forma simples, eficiente e acessível.</a:t>
            </a:r>
          </a:p>
          <a:p>
            <a:pPr>
              <a:lnSpc>
                <a:spcPct val="114999"/>
              </a:lnSpc>
              <a:buFont typeface="Arial"/>
              <a:buChar char="●"/>
            </a:pPr>
            <a:r>
              <a:rPr lang="pt-BR" b="1" dirty="0"/>
              <a:t>OAT1 – Desafio Inicial</a:t>
            </a:r>
            <a:endParaRPr lang="pt-BR" dirty="0">
              <a:latin typeface="Poppins"/>
              <a:cs typeface="Poppins"/>
            </a:endParaRPr>
          </a:p>
          <a:p>
            <a:pPr lvl="1">
              <a:lnSpc>
                <a:spcPct val="114999"/>
              </a:lnSpc>
            </a:pPr>
            <a:r>
              <a:rPr lang="pt-BR" dirty="0"/>
              <a:t>Desenvolvimento de um </a:t>
            </a:r>
            <a:r>
              <a:rPr lang="pt-BR" b="1" dirty="0"/>
              <a:t>Gerenciador de Eventos via Console</a:t>
            </a:r>
            <a:r>
              <a:rPr lang="pt-BR" dirty="0"/>
              <a:t>, utilizando a linguagem </a:t>
            </a:r>
            <a:r>
              <a:rPr lang="pt-BR" b="1" dirty="0" err="1"/>
              <a:t>Kotlin</a:t>
            </a:r>
            <a:r>
              <a:rPr lang="pt-BR" dirty="0"/>
              <a:t>, com armazenamento de dados exclusivamente em memória.</a:t>
            </a:r>
          </a:p>
          <a:p>
            <a:pPr>
              <a:lnSpc>
                <a:spcPct val="150000"/>
              </a:lnSpc>
              <a:buFont typeface="Poppins"/>
              <a:buChar char="●"/>
            </a:pPr>
            <a:endParaRPr lang="pt-BR" dirty="0">
              <a:latin typeface="Poppins"/>
              <a:ea typeface="Poppins"/>
              <a:cs typeface="Poppins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Contexto e Desafio OAT1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Dendê Eventos — OAT1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Arquitetura de Dados — Kotlin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311700" y="1442100"/>
            <a:ext cx="4711500" cy="31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Data classes e Enums principais: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Usuario (id, nome, dataNascimento, sexo, email, senha, ativo, empresa?)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Evento (id, organizadorId, nome, descricao, inicio, fim, tipo, modalidade, capacidade, preco...)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Char char="○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Ingresso (id, usuarioId, eventoId, status, valorPago) + Empresa (cnpj, razaoSocial, nomeFantasia)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Dendê Eventos — OAT1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FB9ECDD8-ED78-4466-FB0E-F5CD144F6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293" y="933450"/>
            <a:ext cx="3453014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Funcionalidades — User Stories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311700" y="1442100"/>
            <a:ext cx="4711500" cy="31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Módulos:</a:t>
            </a:r>
            <a:endParaRPr lang="pt-BR" sz="1600" dirty="0">
              <a:latin typeface="Poppins"/>
              <a:ea typeface="Poppins"/>
              <a:cs typeface="Poppins"/>
            </a:endParaRPr>
          </a:p>
          <a:p>
            <a:pPr lvl="1" indent="-304800">
              <a:lnSpc>
                <a:spcPct val="150000"/>
              </a:lnSpc>
              <a:spcBef>
                <a:spcPts val="1000"/>
              </a:spcBef>
              <a:buSzPts val="1200"/>
              <a:buFont typeface="Poppins"/>
              <a:buChar char="○"/>
            </a:pPr>
            <a:r>
              <a:rPr lang="pt-BR" sz="1200" dirty="0">
                <a:latin typeface="Poppins"/>
                <a:ea typeface="Poppins"/>
                <a:cs typeface="Poppins"/>
                <a:sym typeface="Poppins"/>
              </a:rPr>
              <a:t>Módulo de usuário (US 1 - 6): Cadastrar/Alterar/Visualizar/Inativar/Reativar usuários comum e organizador</a:t>
            </a:r>
            <a:endParaRPr lang="pt-BR" sz="1200" dirty="0">
              <a:latin typeface="Poppins"/>
              <a:ea typeface="Poppins"/>
              <a:cs typeface="Poppins"/>
            </a:endParaRPr>
          </a:p>
          <a:p>
            <a:pPr lvl="1" indent="-304800">
              <a:lnSpc>
                <a:spcPct val="150000"/>
              </a:lnSpc>
              <a:spcBef>
                <a:spcPts val="1000"/>
              </a:spcBef>
              <a:buSzPts val="1200"/>
              <a:buFont typeface="Poppins"/>
              <a:buChar char="○"/>
            </a:pPr>
            <a:r>
              <a:rPr lang="pt-BR" sz="1200" dirty="0">
                <a:latin typeface="Poppins"/>
                <a:ea typeface="Poppins"/>
                <a:cs typeface="Poppins"/>
                <a:sym typeface="Poppins"/>
              </a:rPr>
              <a:t>Módulo de Eventos (US 6–11): Cadastrar, Alterar, Ativar, Desativar, Listar e Feed público</a:t>
            </a:r>
            <a:endParaRPr sz="1200" dirty="0">
              <a:latin typeface="Poppins"/>
              <a:ea typeface="Poppins"/>
              <a:cs typeface="Poppins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Char char="○"/>
            </a:pPr>
            <a:r>
              <a:rPr lang="pt-BR" sz="1200" dirty="0">
                <a:latin typeface="Poppins"/>
                <a:ea typeface="Poppins"/>
                <a:cs typeface="Poppins"/>
                <a:sym typeface="Poppins"/>
              </a:rPr>
              <a:t>Módulo de Ingressos (US 12–15): Comprar, Cancelar e Listar com regras de estorno e </a:t>
            </a:r>
            <a:r>
              <a:rPr lang="pt-BR" sz="1200" dirty="0" err="1">
                <a:latin typeface="Poppins"/>
                <a:ea typeface="Poppins"/>
                <a:cs typeface="Poppins"/>
                <a:sym typeface="Poppins"/>
              </a:rPr>
              <a:t>subevento</a:t>
            </a:r>
            <a:endParaRPr sz="1200" dirty="0" err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Dendê Eventos — OAT1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431B8AAA-FA5A-0724-5BD0-DBABAE490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3" y="1104900"/>
            <a:ext cx="277177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lnSpc>
                <a:spcPct val="114999"/>
              </a:lnSpc>
              <a:buFont typeface="Arial"/>
              <a:buChar char="●"/>
            </a:pPr>
            <a:r>
              <a:rPr lang="pt-BR" b="1" dirty="0">
                <a:sym typeface="Poppins"/>
              </a:rPr>
              <a:t>Principais </a:t>
            </a:r>
            <a:r>
              <a:rPr lang="pt-BR" b="1" dirty="0"/>
              <a:t>Aprendizados</a:t>
            </a:r>
          </a:p>
          <a:p>
            <a:pPr>
              <a:lnSpc>
                <a:spcPct val="114999"/>
              </a:lnSpc>
              <a:buSzPts val="1800"/>
              <a:buFont typeface="Arial"/>
              <a:buChar char="●"/>
            </a:pPr>
            <a:endParaRPr lang="pt-BR" b="1" dirty="0"/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r>
              <a:rPr lang="pt-BR" dirty="0"/>
              <a:t>Estruturação de dados utilizando </a:t>
            </a:r>
            <a:r>
              <a:rPr lang="pt-BR" dirty="0">
                <a:latin typeface="Consolas"/>
              </a:rPr>
              <a:t>data </a:t>
            </a:r>
            <a:r>
              <a:rPr lang="pt-BR" dirty="0" err="1">
                <a:latin typeface="Consolas"/>
              </a:rPr>
              <a:t>class</a:t>
            </a:r>
            <a:r>
              <a:rPr lang="pt-BR" dirty="0"/>
              <a:t> e </a:t>
            </a:r>
            <a:r>
              <a:rPr lang="pt-BR" dirty="0">
                <a:latin typeface="Consolas"/>
              </a:rPr>
              <a:t>enum </a:t>
            </a:r>
            <a:r>
              <a:rPr lang="pt-BR" dirty="0" err="1">
                <a:latin typeface="Consolas"/>
              </a:rPr>
              <a:t>class</a:t>
            </a:r>
            <a:r>
              <a:rPr lang="pt-BR" dirty="0"/>
              <a:t> em </a:t>
            </a:r>
            <a:r>
              <a:rPr lang="pt-BR" dirty="0" err="1"/>
              <a:t>Kotlin</a:t>
            </a:r>
            <a:endParaRPr lang="pt-BR"/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endParaRPr lang="pt-BR" dirty="0"/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r>
              <a:rPr lang="pt-BR" dirty="0"/>
              <a:t>Implementação de fluxo procedural e controle de estados em aplicação console</a:t>
            </a:r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endParaRPr lang="pt-BR" dirty="0"/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r>
              <a:rPr lang="pt-BR" dirty="0"/>
              <a:t>Aplicação prática de regras de negócio em um sistema simulado</a:t>
            </a:r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endParaRPr lang="pt-BR" dirty="0"/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r>
              <a:rPr lang="pt-BR" dirty="0"/>
              <a:t>Organização de código em equipe e uso de versionamento colaborativo</a:t>
            </a:r>
          </a:p>
          <a:p>
            <a:pPr lvl="1">
              <a:lnSpc>
                <a:spcPct val="114999"/>
              </a:lnSpc>
              <a:buSzPts val="1800"/>
              <a:buFont typeface="Poppins"/>
              <a:buChar char="●"/>
            </a:pPr>
            <a:endParaRPr lang="pt-BR" dirty="0"/>
          </a:p>
          <a:p>
            <a:pPr lvl="1">
              <a:lnSpc>
                <a:spcPct val="114999"/>
              </a:lnSpc>
              <a:buSzPts val="1800"/>
              <a:buFont typeface="Arial"/>
              <a:buChar char="●"/>
            </a:pPr>
            <a:r>
              <a:rPr lang="pt-BR" dirty="0"/>
              <a:t>Manipulação de datas e horas com </a:t>
            </a:r>
            <a:r>
              <a:rPr lang="pt-BR" err="1">
                <a:latin typeface="Consolas"/>
              </a:rPr>
              <a:t>LocalDate</a:t>
            </a:r>
            <a:r>
              <a:rPr lang="pt-BR" dirty="0"/>
              <a:t>, </a:t>
            </a:r>
            <a:r>
              <a:rPr lang="pt-BR" err="1">
                <a:latin typeface="Consolas"/>
              </a:rPr>
              <a:t>LocalDateTime</a:t>
            </a:r>
            <a:r>
              <a:rPr lang="pt-BR" dirty="0"/>
              <a:t> e </a:t>
            </a:r>
            <a:r>
              <a:rPr lang="pt-BR" err="1">
                <a:latin typeface="Consolas"/>
              </a:rPr>
              <a:t>Duratio</a:t>
            </a:r>
            <a:endParaRPr lang="pt-BR" err="1"/>
          </a:p>
          <a:p>
            <a:pPr lvl="1">
              <a:lnSpc>
                <a:spcPct val="114999"/>
              </a:lnSpc>
              <a:buSzPts val="1800"/>
              <a:buFont typeface="Arial"/>
              <a:buChar char="●"/>
            </a:pPr>
            <a:endParaRPr lang="pt-BR" dirty="0">
              <a:latin typeface="Consolas"/>
            </a:endParaRPr>
          </a:p>
          <a:p>
            <a:pPr lvl="1">
              <a:lnSpc>
                <a:spcPct val="114999"/>
              </a:lnSpc>
              <a:buSzPts val="1800"/>
              <a:buFont typeface="Arial"/>
              <a:buChar char="●"/>
            </a:pPr>
            <a:r>
              <a:rPr lang="pt-BR" dirty="0"/>
              <a:t>Tratamento de entradas do usuário e validação de dados em tempo de execução</a:t>
            </a:r>
          </a:p>
          <a:p>
            <a:pPr lvl="1" algn="l">
              <a:lnSpc>
                <a:spcPct val="114999"/>
              </a:lnSpc>
              <a:buSzPts val="1800"/>
              <a:buFont typeface="Poppins"/>
              <a:buChar char="●"/>
            </a:pPr>
            <a:endParaRPr lang="pt-BR" dirty="0">
              <a:ea typeface="Poppins"/>
            </a:endParaRPr>
          </a:p>
          <a:p>
            <a:pPr lvl="1">
              <a:lnSpc>
                <a:spcPct val="150000"/>
              </a:lnSpc>
              <a:buSzPts val="1800"/>
              <a:buFont typeface="Poppins"/>
              <a:buChar char="●"/>
            </a:pPr>
            <a:endParaRPr lang="pt-BR" dirty="0">
              <a:latin typeface="Poppins"/>
              <a:ea typeface="Poppins"/>
              <a:cs typeface="Poppins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Dendê Eventos — OAT1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t-BR">
                <a:latin typeface="Poppins"/>
                <a:ea typeface="Poppins"/>
                <a:cs typeface="Poppins"/>
                <a:sym typeface="Poppins"/>
              </a:rPr>
              <a:t>KOTLIN FOUNDATION. Kotlin Documentation. Disponível em: https://kotlinlang.org/docs. Acesso em: 2026. | DENDÊ SOFTHOUSE. Documento de Requisitos OAT1 — Dendê Eventos. Feira de Santana, 2026.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Dendê Eventos — OAT1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7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57</cp:revision>
  <dcterms:modified xsi:type="dcterms:W3CDTF">2026-02-20T16:13:25Z</dcterms:modified>
</cp:coreProperties>
</file>